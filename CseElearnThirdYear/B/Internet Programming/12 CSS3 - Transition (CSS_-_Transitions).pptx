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13E56-8C36-448B-8F73-BBD85BC9FDAA}" type="datetimeFigureOut">
              <a:rPr lang="en-US" smtClean="0"/>
              <a:t>7/22/2016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97FD1-B752-451A-9295-9EFE5C8E39D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CSS - Transitions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Transition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r>
              <a:rPr lang="en-IN" dirty="0"/>
              <a:t>CSS3 transitions allows you to change property values smoothly (from one value to another</a:t>
            </a:r>
            <a:r>
              <a:rPr lang="en-IN" dirty="0" smtClean="0"/>
              <a:t>)</a:t>
            </a:r>
          </a:p>
          <a:p>
            <a:r>
              <a:rPr lang="en-IN" dirty="0"/>
              <a:t>To create a transition effect, you must specify two things:</a:t>
            </a:r>
          </a:p>
          <a:p>
            <a:pPr lvl="1"/>
            <a:r>
              <a:rPr lang="en-IN" dirty="0"/>
              <a:t>the CSS property you want to add an effect to</a:t>
            </a:r>
          </a:p>
          <a:p>
            <a:pPr lvl="1"/>
            <a:r>
              <a:rPr lang="en-IN" dirty="0"/>
              <a:t>the duration of the </a:t>
            </a:r>
            <a:r>
              <a:rPr lang="en-IN" dirty="0" smtClean="0"/>
              <a:t>effect, </a:t>
            </a:r>
            <a:r>
              <a:rPr lang="en-IN" dirty="0"/>
              <a:t>over a given duration.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for Transition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Note:</a:t>
            </a:r>
            <a:r>
              <a:rPr lang="en-IN" dirty="0"/>
              <a:t> If the duration part is not specified, the transition will have no effect, because the default value is 0.</a:t>
            </a:r>
          </a:p>
          <a:p>
            <a:r>
              <a:rPr lang="en-IN" dirty="0"/>
              <a:t>The following example shows a 100px * 100px red &lt;div&gt; element. The &lt;div&gt; element has also specified a transition effect for the width property, with a duration of 2 seconds:</a:t>
            </a:r>
          </a:p>
          <a:p>
            <a:pPr>
              <a:buNone/>
            </a:pPr>
            <a:r>
              <a:rPr lang="en-IN" dirty="0"/>
              <a:t>div {</a:t>
            </a:r>
            <a:br>
              <a:rPr lang="en-IN" dirty="0"/>
            </a:br>
            <a:r>
              <a:rPr lang="en-IN" dirty="0"/>
              <a:t>    width: 100px;</a:t>
            </a:r>
            <a:br>
              <a:rPr lang="en-IN" dirty="0"/>
            </a:br>
            <a:r>
              <a:rPr lang="en-IN" dirty="0"/>
              <a:t>    height: 100px;</a:t>
            </a:r>
            <a:br>
              <a:rPr lang="en-IN" dirty="0"/>
            </a:br>
            <a:r>
              <a:rPr lang="en-IN" dirty="0"/>
              <a:t>    background: red;</a:t>
            </a:r>
            <a:br>
              <a:rPr lang="en-IN" dirty="0"/>
            </a:br>
            <a:r>
              <a:rPr lang="en-IN" dirty="0"/>
              <a:t>    transition: width 2s;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...</a:t>
            </a:r>
            <a:r>
              <a:rPr lang="en-IN" dirty="0" err="1" smtClean="0"/>
              <a:t>Contd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transition effect will start when the specified CSS property (width) changes value.</a:t>
            </a:r>
          </a:p>
          <a:p>
            <a:r>
              <a:rPr lang="en-IN" dirty="0"/>
              <a:t>Now, let us specify a new value for the width property when a user </a:t>
            </a:r>
            <a:r>
              <a:rPr lang="en-IN" dirty="0" err="1"/>
              <a:t>mouses</a:t>
            </a:r>
            <a:r>
              <a:rPr lang="en-IN" dirty="0"/>
              <a:t> over the &lt;div&gt; element:</a:t>
            </a:r>
          </a:p>
          <a:p>
            <a:pPr>
              <a:buNone/>
            </a:pPr>
            <a:r>
              <a:rPr lang="en-IN" dirty="0" err="1"/>
              <a:t>div:hover</a:t>
            </a:r>
            <a:r>
              <a:rPr lang="en-IN" dirty="0"/>
              <a:t> 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{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  width: 300px</a:t>
            </a:r>
            <a:r>
              <a:rPr lang="en-IN" dirty="0" smtClean="0"/>
              <a:t>;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8952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sz="4000" dirty="0" smtClean="0"/>
              <a:t/>
            </a:r>
            <a:br>
              <a:rPr lang="en-IN" sz="4000" dirty="0" smtClean="0"/>
            </a:br>
            <a:r>
              <a:rPr lang="en-IN" sz="4000" dirty="0" smtClean="0"/>
              <a:t>Specify </a:t>
            </a:r>
            <a:r>
              <a:rPr lang="en-IN" sz="4000" dirty="0"/>
              <a:t>the Speed Curve of the Transition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 transition-timing-function property specifies the speed curve of the transition effect.</a:t>
            </a:r>
          </a:p>
          <a:p>
            <a:r>
              <a:rPr lang="en-IN" dirty="0"/>
              <a:t>The transition-timing-function property can have the following values:</a:t>
            </a:r>
          </a:p>
          <a:p>
            <a:pPr lvl="1"/>
            <a:r>
              <a:rPr lang="en-IN" dirty="0" smtClean="0"/>
              <a:t>linear - specifies a transition effect with the same speed from start to end</a:t>
            </a:r>
            <a:endParaRPr lang="en-IN" dirty="0" smtClean="0"/>
          </a:p>
          <a:p>
            <a:pPr lvl="1"/>
            <a:r>
              <a:rPr lang="en-IN" dirty="0" smtClean="0"/>
              <a:t>ease</a:t>
            </a:r>
            <a:r>
              <a:rPr lang="en-IN" dirty="0"/>
              <a:t> - specifies a transition effect with a slow start, then fast, then end slowly (this is default)</a:t>
            </a:r>
          </a:p>
          <a:p>
            <a:pPr lvl="1"/>
            <a:r>
              <a:rPr lang="en-IN" dirty="0" smtClean="0"/>
              <a:t>ease-in</a:t>
            </a:r>
            <a:r>
              <a:rPr lang="en-IN" dirty="0"/>
              <a:t> - specifies a transition effect with a slow start</a:t>
            </a:r>
          </a:p>
          <a:p>
            <a:pPr lvl="1"/>
            <a:r>
              <a:rPr lang="en-IN" dirty="0"/>
              <a:t>ease-out - specifies a transition effect with a slow end</a:t>
            </a:r>
          </a:p>
          <a:p>
            <a:pPr lvl="1"/>
            <a:r>
              <a:rPr lang="en-IN" dirty="0"/>
              <a:t>ease-in-out - specifies a transition effect with a slow start and end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 smtClean="0"/>
              <a:t>&lt;html&gt;</a:t>
            </a:r>
          </a:p>
          <a:p>
            <a:pPr>
              <a:buNone/>
            </a:pPr>
            <a:r>
              <a:rPr lang="en-IN" dirty="0" smtClean="0"/>
              <a:t>&lt;head&gt;</a:t>
            </a:r>
          </a:p>
          <a:p>
            <a:pPr>
              <a:buNone/>
            </a:pPr>
            <a:r>
              <a:rPr lang="en-IN" dirty="0" smtClean="0"/>
              <a:t>&lt;style&gt;</a:t>
            </a:r>
          </a:p>
          <a:p>
            <a:pPr>
              <a:buNone/>
            </a:pPr>
            <a:r>
              <a:rPr lang="en-IN" b="1" dirty="0" smtClean="0">
                <a:solidFill>
                  <a:srgbClr val="C00000"/>
                </a:solidFill>
              </a:rPr>
              <a:t>div {     width: 100px;     height: 100px;     background: red;  transition: width 2s; }</a:t>
            </a:r>
          </a:p>
          <a:p>
            <a:pPr>
              <a:buNone/>
            </a:pPr>
            <a:r>
              <a:rPr lang="en-IN" dirty="0" smtClean="0"/>
              <a:t>/* Standard syntax */</a:t>
            </a:r>
          </a:p>
          <a:p>
            <a:pPr>
              <a:buNone/>
            </a:pPr>
            <a:r>
              <a:rPr lang="en-IN" b="1" dirty="0" smtClean="0">
                <a:solidFill>
                  <a:srgbClr val="00B050"/>
                </a:solidFill>
              </a:rPr>
              <a:t>#div1 {transition-timing-function: linear;}</a:t>
            </a:r>
          </a:p>
          <a:p>
            <a:pPr>
              <a:buNone/>
            </a:pPr>
            <a:r>
              <a:rPr lang="en-IN" b="1" dirty="0" smtClean="0">
                <a:solidFill>
                  <a:srgbClr val="00B050"/>
                </a:solidFill>
              </a:rPr>
              <a:t>#div2 {transition-timing-function: ease;}</a:t>
            </a:r>
          </a:p>
          <a:p>
            <a:pPr>
              <a:buNone/>
            </a:pPr>
            <a:r>
              <a:rPr lang="en-IN" b="1" dirty="0" smtClean="0">
                <a:solidFill>
                  <a:srgbClr val="00B050"/>
                </a:solidFill>
              </a:rPr>
              <a:t>#div3 {transition-timing-function: ease-in;}</a:t>
            </a:r>
          </a:p>
          <a:p>
            <a:pPr>
              <a:buNone/>
            </a:pPr>
            <a:r>
              <a:rPr lang="en-IN" b="1" dirty="0" smtClean="0">
                <a:solidFill>
                  <a:srgbClr val="00B050"/>
                </a:solidFill>
              </a:rPr>
              <a:t>#div4 {transition-timing-function: ease-out;}</a:t>
            </a:r>
          </a:p>
          <a:p>
            <a:pPr>
              <a:buNone/>
            </a:pPr>
            <a:r>
              <a:rPr lang="en-IN" b="1" dirty="0" smtClean="0">
                <a:solidFill>
                  <a:srgbClr val="00B050"/>
                </a:solidFill>
              </a:rPr>
              <a:t>#div5 {transition-timing-function: ease-in-out;}</a:t>
            </a:r>
          </a:p>
          <a:p>
            <a:pPr>
              <a:buNone/>
            </a:pPr>
            <a:r>
              <a:rPr lang="en-IN" b="1" dirty="0" err="1" smtClean="0">
                <a:solidFill>
                  <a:srgbClr val="7030A0"/>
                </a:solidFill>
              </a:rPr>
              <a:t>div:hover</a:t>
            </a:r>
            <a:r>
              <a:rPr lang="en-IN" b="1" dirty="0" smtClean="0">
                <a:solidFill>
                  <a:srgbClr val="7030A0"/>
                </a:solidFill>
              </a:rPr>
              <a:t> {     width: 300px; }</a:t>
            </a:r>
          </a:p>
          <a:p>
            <a:pPr>
              <a:buNone/>
            </a:pPr>
            <a:r>
              <a:rPr lang="en-IN" dirty="0" smtClean="0"/>
              <a:t>&lt;/style&gt;</a:t>
            </a:r>
          </a:p>
          <a:p>
            <a:pPr>
              <a:buNone/>
            </a:pPr>
            <a:r>
              <a:rPr lang="en-IN" dirty="0" smtClean="0"/>
              <a:t>&lt;/head&gt;</a:t>
            </a:r>
          </a:p>
          <a:p>
            <a:pPr>
              <a:buNone/>
            </a:pPr>
            <a:r>
              <a:rPr lang="en-IN" dirty="0" smtClean="0"/>
              <a:t>&lt;body&gt;</a:t>
            </a:r>
          </a:p>
          <a:p>
            <a:pPr>
              <a:buNone/>
            </a:pPr>
            <a:r>
              <a:rPr lang="en-IN" dirty="0" smtClean="0"/>
              <a:t>&lt;p&gt;&lt;b&gt;Note:&lt;/b&gt; This example does not work in Internet Explorer 9 and earlier versions.&lt;/p&gt;</a:t>
            </a:r>
          </a:p>
          <a:p>
            <a:pPr>
              <a:buNone/>
            </a:pPr>
            <a:r>
              <a:rPr lang="en-IN" dirty="0" smtClean="0"/>
              <a:t>&lt;div id="div1"&gt;linear&lt;/div&gt;&lt;</a:t>
            </a:r>
            <a:r>
              <a:rPr lang="en-IN" dirty="0" err="1" smtClean="0"/>
              <a:t>br</a:t>
            </a:r>
            <a:r>
              <a:rPr lang="en-IN" dirty="0" smtClean="0"/>
              <a:t>&gt;</a:t>
            </a:r>
          </a:p>
          <a:p>
            <a:pPr>
              <a:buNone/>
            </a:pPr>
            <a:r>
              <a:rPr lang="en-IN" dirty="0" smtClean="0"/>
              <a:t>&lt;div id="div2"&gt;ease&lt;/div&gt;&lt;</a:t>
            </a:r>
            <a:r>
              <a:rPr lang="en-IN" dirty="0" err="1" smtClean="0"/>
              <a:t>br</a:t>
            </a:r>
            <a:r>
              <a:rPr lang="en-IN" dirty="0" smtClean="0"/>
              <a:t>&gt;</a:t>
            </a:r>
          </a:p>
          <a:p>
            <a:pPr>
              <a:buNone/>
            </a:pPr>
            <a:r>
              <a:rPr lang="en-IN" dirty="0" smtClean="0"/>
              <a:t>&lt;div id="div3"&gt;ease-in&lt;/div&gt;&lt;</a:t>
            </a:r>
            <a:r>
              <a:rPr lang="en-IN" dirty="0" err="1" smtClean="0"/>
              <a:t>br</a:t>
            </a:r>
            <a:r>
              <a:rPr lang="en-IN" dirty="0" smtClean="0"/>
              <a:t>&gt;</a:t>
            </a:r>
          </a:p>
          <a:p>
            <a:pPr>
              <a:buNone/>
            </a:pPr>
            <a:r>
              <a:rPr lang="en-IN" dirty="0" smtClean="0"/>
              <a:t>&lt;div id="div4"&gt;ease-out&lt;/div&gt;&lt;</a:t>
            </a:r>
            <a:r>
              <a:rPr lang="en-IN" dirty="0" err="1" smtClean="0"/>
              <a:t>br</a:t>
            </a:r>
            <a:r>
              <a:rPr lang="en-IN" dirty="0" smtClean="0"/>
              <a:t>&gt;</a:t>
            </a:r>
          </a:p>
          <a:p>
            <a:pPr>
              <a:buNone/>
            </a:pPr>
            <a:r>
              <a:rPr lang="en-IN" dirty="0" smtClean="0"/>
              <a:t>&lt;div id="div5"&gt;ease-in-out&lt;/div&gt;&lt;</a:t>
            </a:r>
            <a:r>
              <a:rPr lang="en-IN" dirty="0" err="1" smtClean="0"/>
              <a:t>br</a:t>
            </a:r>
            <a:r>
              <a:rPr lang="en-IN" dirty="0" smtClean="0"/>
              <a:t>&gt;</a:t>
            </a:r>
          </a:p>
          <a:p>
            <a:pPr>
              <a:buNone/>
            </a:pPr>
            <a:r>
              <a:rPr lang="en-IN" dirty="0" smtClean="0"/>
              <a:t>&lt;p&gt;Hover over the div elements above, to see the different speed curves.&lt;/p&gt;</a:t>
            </a:r>
          </a:p>
          <a:p>
            <a:pPr>
              <a:buNone/>
            </a:pPr>
            <a:r>
              <a:rPr lang="en-IN" dirty="0" smtClean="0"/>
              <a:t>&lt;/body&gt;</a:t>
            </a:r>
          </a:p>
          <a:p>
            <a:pPr>
              <a:buNone/>
            </a:pPr>
            <a:r>
              <a:rPr lang="en-IN" dirty="0" smtClean="0"/>
              <a:t>&lt;/html&gt;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Delay </a:t>
            </a:r>
            <a:r>
              <a:rPr lang="en-IN" dirty="0"/>
              <a:t>the Transition Effect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pPr>
              <a:buNone/>
            </a:pPr>
            <a:r>
              <a:rPr lang="en-IN" dirty="0"/>
              <a:t>The transition-delay property specifies a delay (in seconds) for the transition effect.</a:t>
            </a:r>
          </a:p>
          <a:p>
            <a:pPr>
              <a:buNone/>
            </a:pPr>
            <a:r>
              <a:rPr lang="en-IN" dirty="0"/>
              <a:t>The following example has a 1 second delay before starting:</a:t>
            </a:r>
          </a:p>
          <a:p>
            <a:pPr>
              <a:buNone/>
            </a:pPr>
            <a:r>
              <a:rPr lang="en-IN" dirty="0"/>
              <a:t>div 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{</a:t>
            </a:r>
            <a:r>
              <a:rPr lang="en-IN" dirty="0"/>
              <a:t> </a:t>
            </a:r>
            <a:br>
              <a:rPr lang="en-IN" dirty="0"/>
            </a:br>
            <a:r>
              <a:rPr lang="en-IN" dirty="0" smtClean="0"/>
              <a:t>transition-delay</a:t>
            </a:r>
            <a:r>
              <a:rPr lang="en-IN" dirty="0"/>
              <a:t>: 1s</a:t>
            </a:r>
            <a:r>
              <a:rPr lang="en-IN" dirty="0" smtClean="0"/>
              <a:t>;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Transition + Transformation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78647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 smtClean="0"/>
              <a:t>&lt;!DOCTYPE html&gt;</a:t>
            </a:r>
          </a:p>
          <a:p>
            <a:pPr>
              <a:buNone/>
            </a:pPr>
            <a:r>
              <a:rPr lang="en-IN" dirty="0" smtClean="0"/>
              <a:t>&lt;html&gt;</a:t>
            </a:r>
          </a:p>
          <a:p>
            <a:pPr>
              <a:buNone/>
            </a:pPr>
            <a:r>
              <a:rPr lang="en-IN" dirty="0" smtClean="0"/>
              <a:t>&lt;head&gt;</a:t>
            </a:r>
          </a:p>
          <a:p>
            <a:pPr>
              <a:buNone/>
            </a:pPr>
            <a:r>
              <a:rPr lang="en-IN" dirty="0" smtClean="0"/>
              <a:t>&lt;style&gt;</a:t>
            </a:r>
          </a:p>
          <a:p>
            <a:pPr>
              <a:buNone/>
            </a:pPr>
            <a:r>
              <a:rPr lang="en-IN" dirty="0" smtClean="0"/>
              <a:t>div {      width: 100px;     height: 100px;     background: red;</a:t>
            </a:r>
          </a:p>
          <a:p>
            <a:pPr>
              <a:buNone/>
            </a:pPr>
            <a:r>
              <a:rPr lang="en-IN" dirty="0" smtClean="0"/>
              <a:t>	     transition: width 2s, height 2s, transform 2s;  	}</a:t>
            </a:r>
          </a:p>
          <a:p>
            <a:pPr>
              <a:buNone/>
            </a:pPr>
            <a:r>
              <a:rPr lang="en-IN" dirty="0" err="1" smtClean="0"/>
              <a:t>div:hover</a:t>
            </a:r>
            <a:r>
              <a:rPr lang="en-IN" dirty="0" smtClean="0"/>
              <a:t> {     width: 300px;     height: 300px; 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smtClean="0"/>
              <a:t>		transform: rotate(180deg); 		}</a:t>
            </a:r>
          </a:p>
          <a:p>
            <a:pPr>
              <a:buNone/>
            </a:pPr>
            <a:r>
              <a:rPr lang="en-IN" dirty="0" smtClean="0"/>
              <a:t>&lt;/style&gt;</a:t>
            </a:r>
          </a:p>
          <a:p>
            <a:pPr>
              <a:buNone/>
            </a:pPr>
            <a:r>
              <a:rPr lang="en-IN" dirty="0" smtClean="0"/>
              <a:t>&lt;/head&gt;</a:t>
            </a:r>
          </a:p>
          <a:p>
            <a:pPr>
              <a:buNone/>
            </a:pPr>
            <a:r>
              <a:rPr lang="en-IN" dirty="0" smtClean="0"/>
              <a:t>&lt;body&gt;</a:t>
            </a:r>
          </a:p>
          <a:p>
            <a:pPr>
              <a:buNone/>
            </a:pPr>
            <a:r>
              <a:rPr lang="en-IN" dirty="0" smtClean="0"/>
              <a:t>&lt;div&gt;&lt;/div&gt;</a:t>
            </a:r>
          </a:p>
          <a:p>
            <a:pPr>
              <a:buNone/>
            </a:pPr>
            <a:r>
              <a:rPr lang="en-IN" dirty="0" smtClean="0"/>
              <a:t>&lt;/body&gt;</a:t>
            </a:r>
          </a:p>
          <a:p>
            <a:pPr>
              <a:buNone/>
            </a:pPr>
            <a:r>
              <a:rPr lang="en-IN" dirty="0" smtClean="0"/>
              <a:t>&lt;/html&gt;</a:t>
            </a:r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Output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6013" y="1628775"/>
            <a:ext cx="437197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322</Words>
  <Application>Microsoft Office PowerPoint</Application>
  <PresentationFormat>On-screen Show (4:3)</PresentationFormat>
  <Paragraphs>69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CSS - Transitions</vt:lpstr>
      <vt:lpstr>Transition</vt:lpstr>
      <vt:lpstr>Example for Transition</vt:lpstr>
      <vt:lpstr>...Contd</vt:lpstr>
      <vt:lpstr> Specify the Speed Curve of the Transition </vt:lpstr>
      <vt:lpstr>Slide 6</vt:lpstr>
      <vt:lpstr> Delay the Transition Effect </vt:lpstr>
      <vt:lpstr>Transition + Transformation</vt:lpstr>
      <vt:lpstr>Output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- Transitions</dc:title>
  <dc:creator>staff</dc:creator>
  <cp:lastModifiedBy>staff</cp:lastModifiedBy>
  <cp:revision>16</cp:revision>
  <dcterms:created xsi:type="dcterms:W3CDTF">2016-07-22T04:42:54Z</dcterms:created>
  <dcterms:modified xsi:type="dcterms:W3CDTF">2016-07-22T05:00:45Z</dcterms:modified>
</cp:coreProperties>
</file>